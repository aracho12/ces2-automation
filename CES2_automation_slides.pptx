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CES2-automation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ADCFC"/>
                </a:solidFill>
                <a:latin typeface="Calibri Light"/>
              </a:defRPr>
            </a:pPr>
            <a:r>
              <a:t>DFT-CES2 QM/MM 시뮬레이션 인풋 자동 생성 도구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2286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ADCFC"/>
                </a:solidFill>
                <a:latin typeface="Calibri Light"/>
              </a:defRPr>
            </a:pPr>
            <a:r>
              <a:t>M-design Group @ KAIST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 Light"/>
              </a:defRPr>
            </a:pPr>
            <a:r>
              <a:t>2026. 03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Motivation: 왜 자동화가 필요한가?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4864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기존 방식의 문제점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수동으로 10+ 개의 입력 파일 작성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인덱스/파라미터 불일치 → 디버깅에 수일 소요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새 시스템마다 처음부터 반복 작업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029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4864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173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CES2-automation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YAML config 하나로 전체 인풋 자동 생성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일관된 인덱스/파라미터 보장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새 시스템 셋업 시간: 수일 → 수분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200400"/>
            <a:ext cx="29260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65A82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 Light"/>
              </a:defRPr>
            </a:pPr>
            <a:r>
              <a:t>수동 작성 파일 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200400"/>
            <a:ext cx="29260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65A8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 Light"/>
              </a:defRPr>
            </a:pPr>
            <a:r>
              <a:t>필요한 설정 파일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200400"/>
            <a:ext cx="29260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65A82"/>
                </a:solidFill>
                <a:latin typeface="Calibri"/>
              </a:defRPr>
            </a:pPr>
            <a:r>
              <a:t>&lt; 1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Calibri Light"/>
              </a:defRPr>
            </a:pPr>
            <a:r>
              <a:t>빌드 소요 시간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Overview: 입력 → 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868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CONTCAR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VASP 슬랩 구조 (QM region)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39"/>
            <a:ext cx="3474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39"/>
            <a:ext cx="54864" cy="868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077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config.yaml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시스템 설정 (전해질, 슈퍼셀, QE 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3474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4864" cy="868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species_db/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이온/분자 YAML 데이터베이스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A5E9"/>
                </a:solidFill>
                <a:latin typeface="Calibri"/>
              </a:defRPr>
            </a:pPr>
            <a:r>
              <a:t>cesbuild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EA5E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5A82"/>
                </a:solidFill>
                <a:latin typeface="Calibri"/>
              </a:defRPr>
            </a:pPr>
            <a:r>
              <a:t>OUTPUT (export/)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737360"/>
            <a:ext cx="4297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173736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onsolas"/>
              </a:defRPr>
            </a:pPr>
            <a:r>
              <a:t>data.file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LAMMPS data (슬랩 + 전해질)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2450591"/>
            <a:ext cx="4297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0" y="2450591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4963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onsolas"/>
              </a:defRPr>
            </a:pPr>
            <a:r>
              <a:t>base.in.lammps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49631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LAMMPS QM/MM 인풋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163824"/>
            <a:ext cx="4297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0" y="316382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209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onsolas"/>
              </a:defRPr>
            </a:pPr>
            <a:r>
              <a:t>base.pw.in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2095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QE pw.x SCF 인풋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3877056"/>
            <a:ext cx="4297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387705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onsolas"/>
              </a:defRPr>
            </a:pPr>
            <a:r>
              <a:t>base.pp.in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9227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QE pp.x 후처리 인풋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590288"/>
            <a:ext cx="4297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0" y="459028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46360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onsolas"/>
              </a:defRPr>
            </a:pPr>
            <a:r>
              <a:t>qmmm_*.sh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6360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QM/MM 루프 스크립트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5303520"/>
            <a:ext cx="4297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0" y="530352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5A82"/>
                </a:solidFill>
                <a:latin typeface="Consolas"/>
              </a:defRPr>
            </a:pPr>
            <a:r>
              <a:t>submit_ces2.sh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SLURM/PBS 제출 스크립트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Architecture: 모듈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004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오케스트레이터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전체 빌드 파이프라인 순서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2004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vasp_io.py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VASP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CONTCAR 읽기 + 슈퍼셀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32004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box.py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Box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시뮬레이션 박스 지오메트리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18872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188720"/>
            <a:ext cx="32004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371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composition.py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691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전해질 조성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농도 → 이온 개수 변환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92608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926080"/>
            <a:ext cx="32004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packmol.py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PACKMOL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전해질 원자 배치 (water + ions)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66344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4663440"/>
            <a:ext cx="32004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846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builder.py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1663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데이터 조립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532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Type registry, 연결성, 전하 할당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118872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0" y="118872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1371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lammps_input_writer.py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1691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LAMMPS 인풋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gridforce/net, TIP4P, bjdisp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92608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292608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qe_writer.py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QE 인풋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794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pw.x / pp.x 입력 파일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466344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80960" y="4663440"/>
            <a:ext cx="32004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4846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A82"/>
                </a:solidFill>
                <a:latin typeface="Consolas"/>
              </a:defRPr>
            </a:pPr>
            <a:r>
              <a:t>ces2_script_writer.py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1663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295C"/>
                </a:solidFill>
                <a:latin typeface="Calibri"/>
              </a:defRPr>
            </a:pPr>
            <a:r>
              <a:t>QM/MM 스크립트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532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 Light"/>
              </a:defRPr>
            </a:pPr>
            <a:r>
              <a:t>equil → average 루프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config.yaml: 하나의 설정 파일로 모든 것을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onsolas"/>
              </a:defRPr>
            </a:pPr>
            <a:r>
              <a:t>cell: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C7293"/>
                </a:solidFill>
                <a:latin typeface="Consolas"/>
              </a:defRPr>
            </a:pPr>
            <a:r>
              <a:t>supercell: [3, 6,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459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슈퍼셀 크기 지정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54864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onsolas"/>
              </a:defRPr>
            </a:pPr>
            <a:r>
              <a:t>electrolyte_recipe: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C7293"/>
                </a:solidFill>
                <a:latin typeface="Consolas"/>
              </a:defRPr>
            </a:pPr>
            <a:r>
              <a:t>water: {count: 2850}</a:t>
            </a:r>
            <a:br/>
            <a:r>
              <a:t>salts: KOH 0.1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83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전해질 조성 정의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54864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54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onsolas"/>
              </a:defRPr>
            </a:pPr>
            <a:r>
              <a:t>ces2: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C7293"/>
                </a:solidFill>
                <a:latin typeface="Consolas"/>
              </a:defRPr>
            </a:pPr>
            <a:r>
              <a:t>water_model: TIP4P</a:t>
            </a:r>
            <a:br/>
            <a:r>
              <a:t>blur_sigma: 1.114142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120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CES2 파라미터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18872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188720"/>
            <a:ext cx="54864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onsolas"/>
              </a:defRPr>
            </a:pPr>
            <a:r>
              <a:t>qe: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C7293"/>
                </a:solidFill>
                <a:latin typeface="Consolas"/>
              </a:defRPr>
            </a:pPr>
            <a:r>
              <a:t>ecutwfc: 40</a:t>
            </a:r>
            <a:br/>
            <a:r>
              <a:t>pseudopotentials: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459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QE 계산 설정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2608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926080"/>
            <a:ext cx="54864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onsolas"/>
              </a:defRPr>
            </a:pPr>
            <a:r>
              <a:t>ces2_script: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383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C7293"/>
                </a:solidFill>
                <a:latin typeface="Consolas"/>
              </a:defRPr>
            </a:pPr>
            <a:r>
              <a:t>np: 24</a:t>
            </a:r>
            <a:br/>
            <a:r>
              <a:t>n_qmmm_steps: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383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QM/MM 루프 제어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663440"/>
            <a:ext cx="54864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754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onsolas"/>
              </a:defRPr>
            </a:pPr>
            <a:r>
              <a:t>md: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120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C7293"/>
                </a:solidFill>
                <a:latin typeface="Consolas"/>
              </a:defRPr>
            </a:pPr>
            <a:r>
              <a:t>timestep: 1.0</a:t>
            </a:r>
            <a:br/>
            <a:r>
              <a:t>n_steps: 2000000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1206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MD 시뮬레이션 설정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Build Pipeline: 실행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188720"/>
            <a:ext cx="640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234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4748B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828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8288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VASP 읽기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CONTCAR → ASE Atoms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슈퍼셀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188720"/>
            <a:ext cx="640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234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4748B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103120"/>
            <a:ext cx="1828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2103120"/>
            <a:ext cx="18288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Box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8346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전해질 영역 계산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z_el_lo, z_el_hi 결정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188720"/>
            <a:ext cx="640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1234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4748B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103120"/>
            <a:ext cx="1828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103120"/>
            <a:ext cx="18288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전해질 조성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346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concentration_M →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이온 수 계산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1188720"/>
            <a:ext cx="640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234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4748B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1828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103120"/>
            <a:ext cx="18288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PACKMOL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8346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물 + 이온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랜덤 배치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1188720"/>
            <a:ext cx="640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1234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4748B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103120"/>
            <a:ext cx="1828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2103120"/>
            <a:ext cx="18288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Type 등록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8346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LAMMPS type ID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전하/질량 할당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60" y="1188720"/>
            <a:ext cx="640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6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2103120"/>
            <a:ext cx="1828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2103120"/>
            <a:ext cx="18288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55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파일 생성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283464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data.file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in.lammps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pw.in / pp.in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qmmm_*.sh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base.in.lammps: 핵심 기술 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gridforce/net (CES2 핵심)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Coulomb (f[1]): solute.pot.cube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Induction (f[2]): solute.ind.cube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Pauli repulsion (f[3]): c_rho_*.cube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cubeID = rho_hat 상대 인덱스 (0부터)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H→0, O→1, Na→2,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54864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TIP4P-EW 물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가상 M-site에 O 전하 배치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gridforce/net TIP4P 모드: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  M-site에서 힘 계산 후 O, H로 분배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pair_style: lj/cut/tip4p/long/opt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kspace: pppm/tip4p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54864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bjdisp (QM-MM 분산력)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BJ-damped D3 dispersion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QM-MM pair에만 적용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pair_coeff: rms(α), scaling, C6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species_db의 qm_params에서 자동 로드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Lorentz-Berthelot 혼합 규칙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Cube 파일 흐름 (grid 명령)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onsolas"/>
              </a:defRPr>
            </a:pPr>
            <a:r>
              <a:t>grid  cubeinum  cubeonum  solute.pot.cube  solute.ind.cube  c_rho_H.cube  c_rho_O.cube  c_rho_Na.cube  [output cubes...]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equil:     cubeinum=5,  cubeonum=0  →  입력 큐브만 (Pauli 힘 적용)</a:t>
            </a:r>
            <a:br/>
            <a:r>
              <a:t>average:  cubeinum=5,  cubeonum=7  →  입력 + 출력 (MM 전하 밀도 수집)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QM/MM 외부 루프: qmmm_dftces2_charging_pts.sh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4572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QM 준비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data.md에서 solute 좌표 파싱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pw.in 생성 (qmxyz, dispf 삽입)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4572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94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QM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7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pw.x SCF (orthogonal)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pw.x SCF (non-orthogonal)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pp.x → pot, rho cube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188720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188720"/>
            <a:ext cx="4572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070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Cube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Blur_QM: rho → c_rho_*.cube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solute.pot.cube, solute.ind.cube 생성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MDIPC 전하 중성화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749039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749039"/>
            <a:ext cx="4572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7673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794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MM Equil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9767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LAMMPS equil (NVT, gridforce)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2M steps → restart 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188720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188720"/>
            <a:ext cx="4572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2070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MM Average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737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LAMMPS average (NVT, gridforce)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2M steps → MM 전하 밀도 수집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749039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749039"/>
            <a:ext cx="4572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7673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794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후처리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97679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Blur_MM, post_dipole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MOBILE_final.cube 생성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200">
                <a:solidFill>
                  <a:srgbClr val="64748B"/>
                </a:solidFill>
                <a:latin typeface="Calibri Light"/>
              </a:defRPr>
            </a:pPr>
            <a:r>
              <a:t>→ 다음 QM step 입력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species_db: 확장 가능한 종(species)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2103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YAML 기반 종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각 종(물, 이온, 분자)마다 별도 YAML 파일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원자 좌표, 전하, LJ 파라미터, 결합 정보 포함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새 이온/분자 추가: YAML 파일만 작성하면 끝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예: water_tip4p.yaml, K_plus.yaml, OH_minus.yaml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4864" cy="2103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QM 파라미터 (qm_params/)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46634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슬랩 원소별 BJ-dispersion 파라미터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α_iso (등방 분극율), C6, scaling factor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예: IrO2.yaml → Ir, O 각각의 α, C6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bjdisp pair_coeff 자동 생성에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698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예시: species_db/K_plus.yaml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onsolas"/>
              </a:defRPr>
            </a:pPr>
            <a:r>
              <a:t>species_id: K_plus</a:t>
            </a:r>
            <a:br/>
            <a:r>
              <a:t>formula: K+</a:t>
            </a:r>
            <a:br/>
            <a:r>
              <a:t>charge: 1.0</a:t>
            </a:r>
            <a:br/>
            <a:r>
              <a:t>atoms:</a:t>
            </a:r>
            <a:br/>
            <a:r>
              <a:t>  - element: K</a:t>
            </a:r>
            <a:br/>
            <a:r>
              <a:t>    type_label: K</a:t>
            </a:r>
            <a:br/>
            <a:r>
              <a:t>    charge: 1.0</a:t>
            </a:r>
            <a:br/>
            <a:r>
              <a:t>    position: [0.0, 0.0, 0.0]</a:t>
            </a:r>
            <a:br/>
            <a:r>
              <a:t>    lj: {epsilon: 0.1, sigma: 3.334}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Calibri Light"/>
              </a:defRPr>
            </a:pPr>
            <a:r>
              <a:t>species_id: 고유 식별자 (config에서 참조)</a:t>
            </a:r>
            <a:br/>
            <a:r>
              <a:t>charge: 총 전하 (전자 단위)</a:t>
            </a:r>
            <a:br/>
            <a:r>
              <a:t>atoms: 원자별 좌표, 전하, LJ 파라미터</a:t>
            </a:r>
            <a:br/>
            <a:r>
              <a:t>type_label: LAMMPS atom type 이름</a:t>
            </a:r>
            <a:br/>
            <a:br/>
            <a:r>
              <a:t>→ builder가 자동으로 type registry에 등록</a:t>
            </a:r>
            <a:br/>
            <a:r>
              <a:t>→ pair_coeff, data.file에 반영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전하 제어: Electrode Charging + Electrolyte Neutralization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전극 전하 부여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q_target_total: 전체 시스템 목표 전하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q_electrode_user_value: 전극 순 전하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CONTCAR 최상위 레이어 원자에 전하 분배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→ set group top charge &lt;q_per_atom&gt;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나머지 전극 원자: charge = 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4864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QM 대전 시스템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TOTCHG: QE tot_charge 파라미터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MDIPC: point charge 중성화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CHGPLATE: plate charge → induction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solute.pot.cube 중성화 과정: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  rho 차이 → point charges → Poisson solve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4864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7764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5A82"/>
                </a:solidFill>
                <a:latin typeface="Calibri"/>
              </a:defRPr>
            </a:pPr>
            <a:r>
              <a:t>전체 전하 균형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10332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1. config에서 q_target_total, q_electrode_user_value 설정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2. builder가 전극 top layer 원자에 분산 할당 (q_electrode / n_top_atoms)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3. 전해질은 recipe에 따라 자동 중성화 (counterion 추가 가능)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4. QM/MM 루프에서 MDIPC + CHGPLATE으로 QM 전하 보정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사용법: Quick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1. 환경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70432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git clone → pip install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PACKMOL 설치 (conda install packmol)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39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39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2. config 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21991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config_example.yaml 복사 후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VASP 경로, 전해질, QE 설정 수정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54864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3. species_db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73552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사용할 이온이 DB에 있는지 확인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없으면 새 YAML 파일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51959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51959"/>
            <a:ext cx="54864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4. cesbuild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25112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python run_builder.py --config config.yaml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export/ 디렉토리에 결과 생성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5A82"/>
                </a:solidFill>
                <a:latin typeface="Calibri"/>
              </a:defRPr>
            </a:pPr>
            <a:r>
              <a:t>5. HPC 전송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376672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export/ → 클러스터로 복사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  <a:defRPr b="0" sz="1300">
                <a:solidFill>
                  <a:srgbClr val="64748B"/>
                </a:solidFill>
                <a:latin typeface="Calibri Light"/>
              </a:defRPr>
            </a:pPr>
            <a:r>
              <a:t>sbatch submit_ces2.sh 제출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7432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A5E9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YAML 하나로 DFT-CES2 전체 인풋 자동 생성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TIP4P-EW, gridforce/net, bjdisp 자동 설정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확장 가능한 species DB (새 이온/분자 쉽게 추가)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SLURM/PBS 제출 스크립트까지 원클릭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A5E9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md_relax 워크플로우 통합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다양한 전극 물질 지원 확대 (Pt, Au, Cu, ...)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자동 수렴 검증 및 결과 분석 도구</a:t>
            </a:r>
          </a:p>
          <a:p>
            <a:pPr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b="0" sz="1600">
                <a:solidFill>
                  <a:srgbClr val="CADCFC"/>
                </a:solidFill>
                <a:latin typeface="Calibri Light"/>
              </a:defRPr>
              <a:buChar char="▸"/>
            </a:pPr>
            <a:r>
              <a:t>Web UI / CLI 통합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github.com/aracho12/CES2-automation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